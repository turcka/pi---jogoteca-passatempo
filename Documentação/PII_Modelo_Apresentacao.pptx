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0" r:id="rId3"/>
    <p:sldId id="275" r:id="rId4"/>
    <p:sldId id="273" r:id="rId5"/>
    <p:sldId id="274" r:id="rId6"/>
    <p:sldId id="272" r:id="rId7"/>
  </p:sldIdLst>
  <p:sldSz cx="12192000" cy="6858000"/>
  <p:notesSz cx="12192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275"/>
    <a:srgbClr val="9FBD3B"/>
    <a:srgbClr val="576E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8749FC-6DB9-0512-F81F-CF68F9851F49}" v="518" dt="2024-12-04T21:21:38.30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533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2E549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60"/>
              </a:lnSpc>
            </a:pPr>
            <a:r>
              <a:rPr spc="-90" dirty="0"/>
              <a:t>Projeto</a:t>
            </a:r>
            <a:r>
              <a:rPr spc="10" dirty="0"/>
              <a:t> </a:t>
            </a:r>
            <a:r>
              <a:rPr spc="-80" dirty="0"/>
              <a:t>Integrador</a:t>
            </a:r>
            <a:r>
              <a:rPr spc="30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85" dirty="0"/>
              <a:t>Front</a:t>
            </a:r>
            <a:r>
              <a:rPr spc="20" dirty="0"/>
              <a:t> </a:t>
            </a:r>
            <a:r>
              <a:rPr spc="-130" dirty="0"/>
              <a:t>End</a:t>
            </a:r>
            <a:r>
              <a:rPr spc="5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114" dirty="0"/>
              <a:t>Prof.</a:t>
            </a:r>
            <a:r>
              <a:rPr spc="5" dirty="0"/>
              <a:t> </a:t>
            </a:r>
            <a:r>
              <a:rPr spc="-85" dirty="0"/>
              <a:t>Antonio</a:t>
            </a:r>
            <a:r>
              <a:rPr spc="-15" dirty="0"/>
              <a:t> </a:t>
            </a:r>
            <a:r>
              <a:rPr spc="-130" dirty="0"/>
              <a:t>Guardado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C127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2E549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60"/>
              </a:lnSpc>
            </a:pPr>
            <a:r>
              <a:rPr spc="-90" dirty="0"/>
              <a:t>Projeto</a:t>
            </a:r>
            <a:r>
              <a:rPr spc="10" dirty="0"/>
              <a:t> </a:t>
            </a:r>
            <a:r>
              <a:rPr spc="-80" dirty="0"/>
              <a:t>Integrador</a:t>
            </a:r>
            <a:r>
              <a:rPr spc="30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85" dirty="0"/>
              <a:t>Front</a:t>
            </a:r>
            <a:r>
              <a:rPr spc="20" dirty="0"/>
              <a:t> </a:t>
            </a:r>
            <a:r>
              <a:rPr spc="-130" dirty="0"/>
              <a:t>End</a:t>
            </a:r>
            <a:r>
              <a:rPr spc="5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114" dirty="0"/>
              <a:t>Prof.</a:t>
            </a:r>
            <a:r>
              <a:rPr spc="5" dirty="0"/>
              <a:t> </a:t>
            </a:r>
            <a:r>
              <a:rPr spc="-85" dirty="0"/>
              <a:t>Antonio</a:t>
            </a:r>
            <a:r>
              <a:rPr spc="-15" dirty="0"/>
              <a:t> </a:t>
            </a:r>
            <a:r>
              <a:rPr spc="-130" dirty="0"/>
              <a:t>Guardado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C127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2E549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60"/>
              </a:lnSpc>
            </a:pPr>
            <a:r>
              <a:rPr spc="-90" dirty="0"/>
              <a:t>Projeto</a:t>
            </a:r>
            <a:r>
              <a:rPr spc="10" dirty="0"/>
              <a:t> </a:t>
            </a:r>
            <a:r>
              <a:rPr spc="-80" dirty="0"/>
              <a:t>Integrador</a:t>
            </a:r>
            <a:r>
              <a:rPr spc="30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85" dirty="0"/>
              <a:t>Front</a:t>
            </a:r>
            <a:r>
              <a:rPr spc="20" dirty="0"/>
              <a:t> </a:t>
            </a:r>
            <a:r>
              <a:rPr spc="-130" dirty="0"/>
              <a:t>End</a:t>
            </a:r>
            <a:r>
              <a:rPr spc="5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114" dirty="0"/>
              <a:t>Prof.</a:t>
            </a:r>
            <a:r>
              <a:rPr spc="5" dirty="0"/>
              <a:t> </a:t>
            </a:r>
            <a:r>
              <a:rPr spc="-85" dirty="0"/>
              <a:t>Antonio</a:t>
            </a:r>
            <a:r>
              <a:rPr spc="-15" dirty="0"/>
              <a:t> </a:t>
            </a:r>
            <a:r>
              <a:rPr spc="-130" dirty="0"/>
              <a:t>Guardado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C127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2E549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60"/>
              </a:lnSpc>
            </a:pPr>
            <a:r>
              <a:rPr spc="-90" dirty="0"/>
              <a:t>Projeto</a:t>
            </a:r>
            <a:r>
              <a:rPr spc="10" dirty="0"/>
              <a:t> </a:t>
            </a:r>
            <a:r>
              <a:rPr spc="-80" dirty="0"/>
              <a:t>Integrador</a:t>
            </a:r>
            <a:r>
              <a:rPr spc="30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85" dirty="0"/>
              <a:t>Front</a:t>
            </a:r>
            <a:r>
              <a:rPr spc="20" dirty="0"/>
              <a:t> </a:t>
            </a:r>
            <a:r>
              <a:rPr spc="-130" dirty="0"/>
              <a:t>End</a:t>
            </a:r>
            <a:r>
              <a:rPr spc="5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114" dirty="0"/>
              <a:t>Prof.</a:t>
            </a:r>
            <a:r>
              <a:rPr spc="5" dirty="0"/>
              <a:t> </a:t>
            </a:r>
            <a:r>
              <a:rPr spc="-85" dirty="0"/>
              <a:t>Antonio</a:t>
            </a:r>
            <a:r>
              <a:rPr spc="-15" dirty="0"/>
              <a:t> </a:t>
            </a:r>
            <a:r>
              <a:rPr spc="-130" dirty="0"/>
              <a:t>Guardado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2E549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60"/>
              </a:lnSpc>
            </a:pPr>
            <a:r>
              <a:rPr spc="-90" dirty="0"/>
              <a:t>Projeto</a:t>
            </a:r>
            <a:r>
              <a:rPr spc="10" dirty="0"/>
              <a:t> </a:t>
            </a:r>
            <a:r>
              <a:rPr spc="-80" dirty="0"/>
              <a:t>Integrador</a:t>
            </a:r>
            <a:r>
              <a:rPr spc="30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85" dirty="0"/>
              <a:t>Front</a:t>
            </a:r>
            <a:r>
              <a:rPr spc="20" dirty="0"/>
              <a:t> </a:t>
            </a:r>
            <a:r>
              <a:rPr spc="-130" dirty="0"/>
              <a:t>End</a:t>
            </a:r>
            <a:r>
              <a:rPr spc="5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114" dirty="0"/>
              <a:t>Prof.</a:t>
            </a:r>
            <a:r>
              <a:rPr spc="5" dirty="0"/>
              <a:t> </a:t>
            </a:r>
            <a:r>
              <a:rPr spc="-85" dirty="0"/>
              <a:t>Antonio</a:t>
            </a:r>
            <a:r>
              <a:rPr spc="-15" dirty="0"/>
              <a:t> </a:t>
            </a:r>
            <a:r>
              <a:rPr spc="-130" dirty="0"/>
              <a:t>Guardado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57415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12" y="320611"/>
            <a:ext cx="12017375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C127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9328" y="1895982"/>
            <a:ext cx="11282680" cy="3522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3357" y="6533728"/>
            <a:ext cx="3861435" cy="231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2E549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60"/>
              </a:lnSpc>
            </a:pPr>
            <a:r>
              <a:rPr spc="-90" dirty="0"/>
              <a:t>Projeto</a:t>
            </a:r>
            <a:r>
              <a:rPr spc="10" dirty="0"/>
              <a:t> </a:t>
            </a:r>
            <a:r>
              <a:rPr spc="-80" dirty="0"/>
              <a:t>Integrador</a:t>
            </a:r>
            <a:r>
              <a:rPr spc="30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85" dirty="0"/>
              <a:t>Front</a:t>
            </a:r>
            <a:r>
              <a:rPr spc="20" dirty="0"/>
              <a:t> </a:t>
            </a:r>
            <a:r>
              <a:rPr spc="-130" dirty="0"/>
              <a:t>End</a:t>
            </a:r>
            <a:r>
              <a:rPr spc="5" dirty="0"/>
              <a:t> </a:t>
            </a:r>
            <a:r>
              <a:rPr spc="-60" dirty="0"/>
              <a:t>-</a:t>
            </a:r>
            <a:r>
              <a:rPr dirty="0"/>
              <a:t> </a:t>
            </a:r>
            <a:r>
              <a:rPr spc="-114" dirty="0"/>
              <a:t>Prof.</a:t>
            </a:r>
            <a:r>
              <a:rPr spc="5" dirty="0"/>
              <a:t> </a:t>
            </a:r>
            <a:r>
              <a:rPr spc="-85" dirty="0"/>
              <a:t>Antonio</a:t>
            </a:r>
            <a:r>
              <a:rPr spc="-15" dirty="0"/>
              <a:t> </a:t>
            </a:r>
            <a:r>
              <a:rPr spc="-130" dirty="0"/>
              <a:t>Guardado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8F7144E8-36AA-4CF1-B18F-4C998F11B8E6}"/>
              </a:ext>
            </a:extLst>
          </p:cNvPr>
          <p:cNvSpPr/>
          <p:nvPr/>
        </p:nvSpPr>
        <p:spPr>
          <a:xfrm>
            <a:off x="1828800" y="2971800"/>
            <a:ext cx="6705600" cy="1628643"/>
          </a:xfrm>
          <a:prstGeom prst="roundRect">
            <a:avLst/>
          </a:prstGeom>
          <a:solidFill>
            <a:srgbClr val="ED7D31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Integrantes do Grupo </a:t>
            </a:r>
          </a:p>
          <a:p>
            <a:pPr>
              <a:defRPr/>
            </a:pPr>
            <a:r>
              <a:rPr lang="pt-BR" sz="2000" kern="0" dirty="0">
                <a:solidFill>
                  <a:prstClr val="white"/>
                </a:solidFill>
                <a:latin typeface="Calibri" panose="020F0502020204030204"/>
                <a:ea typeface="Calibri"/>
                <a:cs typeface="Calibri"/>
              </a:rPr>
              <a:t>Pedro Henrique de Paiva Bittencourt – 24.00162-7</a:t>
            </a:r>
          </a:p>
          <a:p>
            <a:pPr>
              <a:defRPr/>
            </a:pPr>
            <a:r>
              <a:rPr lang="pt-BR" sz="2000" kern="0" dirty="0">
                <a:solidFill>
                  <a:prstClr val="white"/>
                </a:solidFill>
                <a:ea typeface="+mn-lt"/>
                <a:cs typeface="+mn-lt"/>
              </a:rPr>
              <a:t>Arthur Trindade de Souza - 24.00204-6 </a:t>
            </a:r>
            <a:endParaRPr lang="pt-BR" dirty="0">
              <a:solidFill>
                <a:prstClr val="white"/>
              </a:solidFill>
              <a:ea typeface="+mn-lt"/>
              <a:cs typeface="+mn-lt"/>
            </a:endParaRPr>
          </a:p>
          <a:p>
            <a:pPr>
              <a:defRPr/>
            </a:pPr>
            <a:r>
              <a:rPr lang="pt-BR" sz="2000" kern="0" dirty="0">
                <a:solidFill>
                  <a:prstClr val="white"/>
                </a:solidFill>
                <a:ea typeface="+mn-lt"/>
                <a:cs typeface="+mn-lt"/>
              </a:rPr>
              <a:t>Murilo Hideki Sato - 24.00884-2 </a:t>
            </a:r>
            <a:endParaRPr lang="pt-BR" dirty="0">
              <a:solidFill>
                <a:prstClr val="white"/>
              </a:solidFill>
              <a:ea typeface="+mn-lt"/>
              <a:cs typeface="+mn-lt"/>
            </a:endParaRP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40224E2B-0B81-4735-968C-4EB5D382A94A}"/>
              </a:ext>
            </a:extLst>
          </p:cNvPr>
          <p:cNvSpPr/>
          <p:nvPr/>
        </p:nvSpPr>
        <p:spPr>
          <a:xfrm>
            <a:off x="1828800" y="441767"/>
            <a:ext cx="4648200" cy="625033"/>
          </a:xfrm>
          <a:prstGeom prst="roundRect">
            <a:avLst/>
          </a:prstGeom>
          <a:solidFill>
            <a:srgbClr val="ED7D31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Projeto Integrador Interdisciplinar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11BD897-B763-46EB-9EED-C8987C1680DE}"/>
              </a:ext>
            </a:extLst>
          </p:cNvPr>
          <p:cNvSpPr txBox="1"/>
          <p:nvPr/>
        </p:nvSpPr>
        <p:spPr>
          <a:xfrm>
            <a:off x="2205991" y="2182425"/>
            <a:ext cx="896559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2400" b="1" dirty="0">
                <a:solidFill>
                  <a:schemeClr val="bg1"/>
                </a:solidFill>
                <a:ea typeface="Calibri"/>
                <a:cs typeface="Calibri"/>
              </a:rPr>
              <a:t>Site Jogoteca Passatempo Educativo</a:t>
            </a: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E6E8D73D-72F4-B6D4-65CA-91FCCA936DCF}"/>
              </a:ext>
            </a:extLst>
          </p:cNvPr>
          <p:cNvSpPr/>
          <p:nvPr/>
        </p:nvSpPr>
        <p:spPr>
          <a:xfrm>
            <a:off x="7315200" y="441767"/>
            <a:ext cx="3966210" cy="625033"/>
          </a:xfrm>
          <a:prstGeom prst="roundRect">
            <a:avLst/>
          </a:prstGeom>
          <a:solidFill>
            <a:srgbClr val="9FBD3B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17327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Parceiro:</a:t>
            </a:r>
            <a:r>
              <a:rPr kumimoji="0" lang="pt-BR" sz="2000" i="0" u="none" strike="noStrike" kern="0" cap="none" spc="0" normalizeH="0" baseline="0" noProof="0" dirty="0">
                <a:ln>
                  <a:noFill/>
                </a:ln>
                <a:solidFill>
                  <a:srgbClr val="17327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pt-BR" sz="2000" kern="0" dirty="0">
                <a:solidFill>
                  <a:srgbClr val="173275"/>
                </a:solidFill>
                <a:ea typeface="+mn-lt"/>
                <a:cs typeface="+mn-lt"/>
              </a:rPr>
              <a:t>Passatempo Educativo </a:t>
            </a:r>
            <a:endParaRPr lang="pt-BR" sz="2000" i="0" u="none" strike="noStrike" kern="0" cap="none" spc="0" normalizeH="0" baseline="0" noProof="0" dirty="0">
              <a:ln>
                <a:noFill/>
              </a:ln>
              <a:solidFill>
                <a:srgbClr val="173275"/>
              </a:solidFill>
              <a:effectLst/>
              <a:uLnTx/>
              <a:uFillTx/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2595" y="278765"/>
            <a:ext cx="10911205" cy="56682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sz="3600" b="1" spc="-40" dirty="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Descrição do Projeto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193357" y="6533728"/>
            <a:ext cx="3861435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lang="pt-BR" spc="-90" dirty="0"/>
              <a:t>Projeto</a:t>
            </a:r>
            <a:r>
              <a:rPr lang="pt-BR" spc="10" dirty="0"/>
              <a:t> </a:t>
            </a:r>
            <a:r>
              <a:rPr lang="pt-BR" spc="-80" dirty="0"/>
              <a:t>Integrador Interdisciplinar</a:t>
            </a:r>
            <a:endParaRPr lang="pt-BR" spc="-13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E3003055-4ED3-4DB6-903E-B3A96CD78C86}"/>
              </a:ext>
            </a:extLst>
          </p:cNvPr>
          <p:cNvSpPr txBox="1">
            <a:spLocks/>
          </p:cNvSpPr>
          <p:nvPr/>
        </p:nvSpPr>
        <p:spPr>
          <a:xfrm>
            <a:off x="807839" y="2037850"/>
            <a:ext cx="10622161" cy="3448549"/>
          </a:xfrm>
          <a:prstGeom prst="rect">
            <a:avLst/>
          </a:prstGeom>
        </p:spPr>
        <p:txBody>
          <a:bodyPr lIns="0" tIns="0" rIns="0" bIns="0" anchor="t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latin typeface="+mn-lt"/>
                <a:ea typeface="Calibri"/>
                <a:cs typeface="Calibri"/>
              </a:rPr>
              <a:t>Criamos um site para a instituição Passatempo Educativo, em especifico sobre a sua sessão de jogoteca .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latin typeface="+mn-lt"/>
                <a:ea typeface="Calibri"/>
                <a:cs typeface="Calibri"/>
              </a:rPr>
              <a:t>O site inclui:</a:t>
            </a:r>
            <a:endParaRPr lang="pt-BR" sz="2800" dirty="0">
              <a:ea typeface="Calibri"/>
              <a:cs typeface="Calibri"/>
            </a:endParaRPr>
          </a:p>
          <a:p>
            <a:pPr algn="l">
              <a:lnSpc>
                <a:spcPct val="100000"/>
              </a:lnSpc>
            </a:pPr>
            <a:r>
              <a:rPr lang="pt-BR" sz="2800" dirty="0">
                <a:latin typeface="+mn-lt"/>
                <a:ea typeface="Calibri"/>
                <a:cs typeface="Calibri"/>
              </a:rPr>
              <a:t>  Informações sobre a instituição.</a:t>
            </a:r>
          </a:p>
          <a:p>
            <a:pPr algn="l">
              <a:lnSpc>
                <a:spcPct val="100000"/>
              </a:lnSpc>
            </a:pPr>
            <a:r>
              <a:rPr lang="pt-BR" sz="2800" dirty="0">
                <a:latin typeface="+mn-lt"/>
                <a:ea typeface="Calibri"/>
                <a:cs typeface="Calibri"/>
              </a:rPr>
              <a:t>  Menu interativo para acessar informações de brinquedos.</a:t>
            </a:r>
          </a:p>
          <a:p>
            <a:pPr algn="l">
              <a:lnSpc>
                <a:spcPct val="100000"/>
              </a:lnSpc>
            </a:pPr>
            <a:r>
              <a:rPr lang="pt-BR" sz="2800" dirty="0">
                <a:latin typeface="+mn-lt"/>
                <a:ea typeface="Calibri"/>
                <a:cs typeface="Calibri"/>
              </a:rPr>
              <a:t>  Login e Cadastro com banco de dados.</a:t>
            </a:r>
            <a:endParaRPr lang="pt-BR" sz="2800" dirty="0">
              <a:ea typeface="Calibri"/>
              <a:cs typeface="Calibri"/>
            </a:endParaRPr>
          </a:p>
          <a:p>
            <a:pPr algn="l">
              <a:lnSpc>
                <a:spcPct val="100000"/>
              </a:lnSpc>
            </a:pPr>
            <a:r>
              <a:rPr lang="pt-BR" sz="2800" dirty="0">
                <a:latin typeface="+mn-lt"/>
                <a:ea typeface="Calibri"/>
                <a:cs typeface="Calibri"/>
              </a:rPr>
              <a:t>  Telas responsivas.</a:t>
            </a:r>
          </a:p>
          <a:p>
            <a:pPr algn="l">
              <a:lnSpc>
                <a:spcPct val="100000"/>
              </a:lnSpc>
            </a:pPr>
            <a:r>
              <a:rPr lang="pt-BR" sz="2800" dirty="0">
                <a:latin typeface="+mn-lt"/>
                <a:ea typeface="Calibri"/>
                <a:cs typeface="Calibri"/>
              </a:rPr>
              <a:t>  "Modo" de edição no site.</a:t>
            </a:r>
          </a:p>
          <a:p>
            <a:pPr algn="l">
              <a:lnSpc>
                <a:spcPct val="100000"/>
              </a:lnSpc>
            </a:pPr>
            <a:r>
              <a:rPr lang="pt-BR" sz="2800" dirty="0">
                <a:latin typeface="+mn-lt"/>
                <a:ea typeface="Calibri"/>
                <a:cs typeface="Calibri"/>
              </a:rPr>
              <a:t> </a:t>
            </a:r>
          </a:p>
          <a:p>
            <a:pPr algn="l">
              <a:lnSpc>
                <a:spcPct val="100000"/>
              </a:lnSpc>
            </a:pPr>
            <a:endParaRPr lang="pt-BR" sz="2800" dirty="0">
              <a:latin typeface="+mn-lt"/>
              <a:ea typeface="Calibri"/>
              <a:cs typeface="Calibri"/>
            </a:endParaRPr>
          </a:p>
          <a:p>
            <a:pPr algn="l">
              <a:lnSpc>
                <a:spcPct val="100000"/>
              </a:lnSpc>
            </a:pPr>
            <a:endParaRPr lang="pt-BR" sz="2800" dirty="0">
              <a:latin typeface="+mn-lt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2595" y="278765"/>
            <a:ext cx="10911205" cy="56682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sz="3600" b="1" spc="-40" dirty="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Descrição do Projeto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193357" y="6533728"/>
            <a:ext cx="3861435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lang="pt-BR" spc="-90" dirty="0"/>
              <a:t>Projeto</a:t>
            </a:r>
            <a:r>
              <a:rPr lang="pt-BR" spc="10" dirty="0"/>
              <a:t> </a:t>
            </a:r>
            <a:r>
              <a:rPr lang="pt-BR" spc="-80" dirty="0"/>
              <a:t>Integrador Interdisciplinar</a:t>
            </a:r>
            <a:endParaRPr lang="pt-BR" spc="-13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E3003055-4ED3-4DB6-903E-B3A96CD78C86}"/>
              </a:ext>
            </a:extLst>
          </p:cNvPr>
          <p:cNvSpPr txBox="1">
            <a:spLocks/>
          </p:cNvSpPr>
          <p:nvPr/>
        </p:nvSpPr>
        <p:spPr>
          <a:xfrm>
            <a:off x="5638800" y="1524000"/>
            <a:ext cx="5791200" cy="4191000"/>
          </a:xfrm>
          <a:prstGeom prst="rect">
            <a:avLst/>
          </a:prstGeom>
        </p:spPr>
        <p:txBody>
          <a:bodyPr lIns="0" tIns="0" rIns="0" bIns="0" anchor="t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endParaRPr lang="pt-BR" sz="2800" dirty="0">
              <a:latin typeface="+mn-lt"/>
              <a:ea typeface="Calibri"/>
              <a:cs typeface="Calibri"/>
            </a:endParaRPr>
          </a:p>
          <a:p>
            <a:pPr algn="l">
              <a:lnSpc>
                <a:spcPct val="100000"/>
              </a:lnSpc>
            </a:pPr>
            <a:r>
              <a:rPr lang="pt-BR" sz="2800" dirty="0">
                <a:latin typeface="+mn-lt"/>
                <a:ea typeface="Calibri"/>
                <a:cs typeface="Calibri"/>
              </a:rPr>
              <a:t> </a:t>
            </a:r>
          </a:p>
          <a:p>
            <a:pPr algn="l">
              <a:lnSpc>
                <a:spcPct val="100000"/>
              </a:lnSpc>
            </a:pPr>
            <a:endParaRPr lang="pt-BR" sz="2800" dirty="0">
              <a:latin typeface="+mn-lt"/>
              <a:ea typeface="Calibri"/>
              <a:cs typeface="Calibri"/>
            </a:endParaRPr>
          </a:p>
          <a:p>
            <a:pPr algn="l">
              <a:lnSpc>
                <a:spcPct val="100000"/>
              </a:lnSpc>
            </a:pPr>
            <a:endParaRPr lang="pt-BR" sz="2800" dirty="0">
              <a:latin typeface="+mn-lt"/>
              <a:ea typeface="Calibri"/>
              <a:cs typeface="Calibri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5BF5A2E-746B-4C60-A40E-6B2E172BE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202621"/>
            <a:ext cx="7849972" cy="497407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639FCCD-DB9A-46B1-B486-7B1A163A584B}"/>
              </a:ext>
            </a:extLst>
          </p:cNvPr>
          <p:cNvSpPr txBox="1"/>
          <p:nvPr/>
        </p:nvSpPr>
        <p:spPr>
          <a:xfrm>
            <a:off x="8534400" y="1859339"/>
            <a:ext cx="3200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Escolhemos o Passatempo Educativo pelo seu site atual apresentar um </a:t>
            </a:r>
            <a:r>
              <a:rPr lang="pt-BR" dirty="0" err="1"/>
              <a:t>desing</a:t>
            </a:r>
            <a:r>
              <a:rPr lang="pt-BR" dirty="0"/>
              <a:t> desorganizado e confuso.</a:t>
            </a:r>
          </a:p>
          <a:p>
            <a:endParaRPr lang="pt-BR" dirty="0"/>
          </a:p>
          <a:p>
            <a:r>
              <a:rPr lang="pt-BR" dirty="0"/>
              <a:t>Assim focamos em melhorar:</a:t>
            </a:r>
          </a:p>
          <a:p>
            <a:endParaRPr lang="pt-BR" dirty="0"/>
          </a:p>
          <a:p>
            <a:r>
              <a:rPr lang="pt-BR" dirty="0"/>
              <a:t>Organização</a:t>
            </a:r>
          </a:p>
          <a:p>
            <a:r>
              <a:rPr lang="pt-BR" dirty="0"/>
              <a:t>Layout</a:t>
            </a:r>
          </a:p>
          <a:p>
            <a:r>
              <a:rPr lang="pt-BR" dirty="0"/>
              <a:t>Funcionalidades</a:t>
            </a:r>
          </a:p>
          <a:p>
            <a:r>
              <a:rPr lang="pt-BR" dirty="0"/>
              <a:t>Simplicidade</a:t>
            </a:r>
          </a:p>
        </p:txBody>
      </p:sp>
    </p:spTree>
    <p:extLst>
      <p:ext uri="{BB962C8B-B14F-4D97-AF65-F5344CB8AC3E}">
        <p14:creationId xmlns:p14="http://schemas.microsoft.com/office/powerpoint/2010/main" val="1964154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2595" y="278765"/>
            <a:ext cx="10911205" cy="56682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sz="3600" spc="-40" dirty="0">
                <a:solidFill>
                  <a:schemeClr val="bg1"/>
                </a:solidFill>
                <a:ea typeface="+mn-lt"/>
                <a:cs typeface="+mn-lt"/>
              </a:rPr>
              <a:t>Tecnologias Utilizadas</a:t>
            </a: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193357" y="6533728"/>
            <a:ext cx="3861435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lang="pt-BR" spc="-90" dirty="0"/>
              <a:t>Projeto</a:t>
            </a:r>
            <a:r>
              <a:rPr lang="pt-BR" spc="10" dirty="0"/>
              <a:t> </a:t>
            </a:r>
            <a:r>
              <a:rPr lang="pt-BR" spc="-80" dirty="0"/>
              <a:t>Integrador Interdisciplinar</a:t>
            </a:r>
            <a:endParaRPr lang="pt-BR" spc="-130" dirty="0"/>
          </a:p>
        </p:txBody>
      </p:sp>
      <p:pic>
        <p:nvPicPr>
          <p:cNvPr id="5" name="Imagem 4" descr="GitHub | San Francisco CA">
            <a:extLst>
              <a:ext uri="{FF2B5EF4-FFF2-40B4-BE49-F238E27FC236}">
                <a16:creationId xmlns:a16="http://schemas.microsoft.com/office/drawing/2014/main" id="{4996CBDB-69EC-79E2-9D82-869488979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010" y="3885620"/>
            <a:ext cx="1800225" cy="1800225"/>
          </a:xfrm>
          <a:prstGeom prst="rect">
            <a:avLst/>
          </a:prstGeom>
        </p:spPr>
      </p:pic>
      <p:pic>
        <p:nvPicPr>
          <p:cNvPr id="7" name="Imagem 6" descr="Ficheiro:HTML5 logo and wordmark.svg – Wikipédia, a enciclopédia livre">
            <a:extLst>
              <a:ext uri="{FF2B5EF4-FFF2-40B4-BE49-F238E27FC236}">
                <a16:creationId xmlns:a16="http://schemas.microsoft.com/office/drawing/2014/main" id="{7623E0BD-6213-600E-6092-B16E0F49B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668" y="1341862"/>
            <a:ext cx="1795346" cy="1795347"/>
          </a:xfrm>
          <a:prstGeom prst="rect">
            <a:avLst/>
          </a:prstGeom>
        </p:spPr>
      </p:pic>
      <p:pic>
        <p:nvPicPr>
          <p:cNvPr id="8" name="Imagem 7" descr="Ficheiro:CSS3 logo and wordmark.svg – Wikipédia, a enciclopédia livre">
            <a:extLst>
              <a:ext uri="{FF2B5EF4-FFF2-40B4-BE49-F238E27FC236}">
                <a16:creationId xmlns:a16="http://schemas.microsoft.com/office/drawing/2014/main" id="{0FB5F50B-D83B-4570-A59A-6AB197537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2278" y="1339657"/>
            <a:ext cx="1251958" cy="1799762"/>
          </a:xfrm>
          <a:prstGeom prst="rect">
            <a:avLst/>
          </a:prstGeom>
        </p:spPr>
      </p:pic>
      <p:pic>
        <p:nvPicPr>
          <p:cNvPr id="9" name="Imagem 8" descr="Javascript Logo png images | PNGEgg">
            <a:extLst>
              <a:ext uri="{FF2B5EF4-FFF2-40B4-BE49-F238E27FC236}">
                <a16:creationId xmlns:a16="http://schemas.microsoft.com/office/drawing/2014/main" id="{46016EAB-E250-2A8B-7E9C-8FF4DDFC61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2316" y="1344535"/>
            <a:ext cx="1808589" cy="1808589"/>
          </a:xfrm>
          <a:prstGeom prst="rect">
            <a:avLst/>
          </a:prstGeom>
        </p:spPr>
      </p:pic>
      <p:pic>
        <p:nvPicPr>
          <p:cNvPr id="10" name="Imagem 9" descr="Figma | Facebook">
            <a:extLst>
              <a:ext uri="{FF2B5EF4-FFF2-40B4-BE49-F238E27FC236}">
                <a16:creationId xmlns:a16="http://schemas.microsoft.com/office/drawing/2014/main" id="{0092FF0E-09A9-D293-9581-01E63920DD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9435" y="4012581"/>
            <a:ext cx="1676400" cy="1676400"/>
          </a:xfrm>
          <a:prstGeom prst="rect">
            <a:avLst/>
          </a:prstGeom>
        </p:spPr>
      </p:pic>
      <p:pic>
        <p:nvPicPr>
          <p:cNvPr id="11" name="Imagem 10" descr="How to get started with MongoDB in 10 minutes | by Navindu Jayatilake |  We've moved to freeCodeCamp.org/news | Medium">
            <a:extLst>
              <a:ext uri="{FF2B5EF4-FFF2-40B4-BE49-F238E27FC236}">
                <a16:creationId xmlns:a16="http://schemas.microsoft.com/office/drawing/2014/main" id="{D1C27F37-1BA6-F0AD-5416-39DF3D023B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3658" y="4011536"/>
            <a:ext cx="1678491" cy="1678491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99354E7E-5D61-F3B7-151C-FBF01D83FC42}"/>
              </a:ext>
            </a:extLst>
          </p:cNvPr>
          <p:cNvSpPr txBox="1"/>
          <p:nvPr/>
        </p:nvSpPr>
        <p:spPr>
          <a:xfrm>
            <a:off x="1349917" y="3151211"/>
            <a:ext cx="158496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ea typeface="Calibri"/>
                <a:cs typeface="Calibri"/>
              </a:rPr>
              <a:t>   </a:t>
            </a:r>
            <a:r>
              <a:rPr lang="pt-BR" sz="2400" dirty="0">
                <a:ea typeface="Calibri"/>
                <a:cs typeface="Calibri"/>
              </a:rPr>
              <a:t>Javascript</a:t>
            </a:r>
          </a:p>
          <a:p>
            <a:endParaRPr lang="pt-BR" dirty="0">
              <a:ea typeface="Calibri"/>
              <a:cs typeface="Calibri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8A61444-6E46-508A-635B-788B5F577202}"/>
              </a:ext>
            </a:extLst>
          </p:cNvPr>
          <p:cNvSpPr txBox="1"/>
          <p:nvPr/>
        </p:nvSpPr>
        <p:spPr>
          <a:xfrm>
            <a:off x="4805680" y="3248846"/>
            <a:ext cx="1219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ea typeface="Calibri"/>
                <a:cs typeface="Calibri"/>
              </a:rPr>
              <a:t>   </a:t>
            </a:r>
            <a:r>
              <a:rPr lang="pt-BR" sz="2400" dirty="0">
                <a:ea typeface="Calibri"/>
                <a:cs typeface="Calibri"/>
              </a:rPr>
              <a:t> Hmtl</a:t>
            </a:r>
            <a:endParaRPr lang="pt-BR" sz="24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47589D0-7342-F655-D2A3-0E784CCAF794}"/>
              </a:ext>
            </a:extLst>
          </p:cNvPr>
          <p:cNvSpPr txBox="1"/>
          <p:nvPr/>
        </p:nvSpPr>
        <p:spPr>
          <a:xfrm>
            <a:off x="8378035" y="3246244"/>
            <a:ext cx="9956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400" dirty="0">
                <a:ea typeface="Calibri"/>
                <a:cs typeface="Calibri"/>
              </a:rPr>
              <a:t>Css</a:t>
            </a:r>
            <a:endParaRPr lang="pt-BR" sz="2400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5B20112-1A38-59AF-A562-A1B9A1B6FC1E}"/>
              </a:ext>
            </a:extLst>
          </p:cNvPr>
          <p:cNvSpPr txBox="1"/>
          <p:nvPr/>
        </p:nvSpPr>
        <p:spPr>
          <a:xfrm>
            <a:off x="1741201" y="5780173"/>
            <a:ext cx="131064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400" dirty="0">
                <a:ea typeface="Calibri"/>
                <a:cs typeface="Calibri"/>
              </a:rPr>
              <a:t>GitHub</a:t>
            </a:r>
            <a:endParaRPr lang="pt-BR" sz="2400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79A4E79-CF06-08B5-F97C-F294430C67A9}"/>
              </a:ext>
            </a:extLst>
          </p:cNvPr>
          <p:cNvSpPr txBox="1"/>
          <p:nvPr/>
        </p:nvSpPr>
        <p:spPr>
          <a:xfrm>
            <a:off x="5011854" y="5781040"/>
            <a:ext cx="11684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400" dirty="0">
                <a:ea typeface="Calibri"/>
                <a:cs typeface="Calibri"/>
              </a:rPr>
              <a:t>Figma</a:t>
            </a:r>
            <a:endParaRPr lang="pt-BR" sz="2400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B52F7AB-B0DF-130C-BFA7-35B10D0FCE1F}"/>
              </a:ext>
            </a:extLst>
          </p:cNvPr>
          <p:cNvSpPr txBox="1"/>
          <p:nvPr/>
        </p:nvSpPr>
        <p:spPr>
          <a:xfrm>
            <a:off x="7902373" y="5776331"/>
            <a:ext cx="155757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400" dirty="0">
                <a:ea typeface="Calibri"/>
                <a:cs typeface="Calibri"/>
              </a:rPr>
              <a:t>MongoDB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938123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2595" y="278765"/>
            <a:ext cx="10911205" cy="56682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sz="3600" b="1" spc="-40" err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Qr</a:t>
            </a:r>
            <a:r>
              <a:rPr lang="pt-BR" sz="3600" b="1" spc="-40" dirty="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 </a:t>
            </a:r>
            <a:r>
              <a:rPr lang="pt-BR" sz="3600" b="1" spc="-40" err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Code</a:t>
            </a:r>
            <a:r>
              <a:rPr lang="pt-BR" sz="3600" b="1" spc="-4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 do repositorio do GitHub</a:t>
            </a:r>
            <a:endParaRPr lang="pt-BR" sz="3600" b="1" spc="-40" dirty="0">
              <a:solidFill>
                <a:schemeClr val="bg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193357" y="6533728"/>
            <a:ext cx="3861435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lang="pt-BR" spc="-90" dirty="0"/>
              <a:t>Projeto</a:t>
            </a:r>
            <a:r>
              <a:rPr lang="pt-BR" spc="10" dirty="0"/>
              <a:t> </a:t>
            </a:r>
            <a:r>
              <a:rPr lang="pt-BR" spc="-80" dirty="0"/>
              <a:t>Integrador Interdisciplinar</a:t>
            </a:r>
            <a:endParaRPr lang="pt-BR" spc="-130" dirty="0"/>
          </a:p>
        </p:txBody>
      </p:sp>
      <p:pic>
        <p:nvPicPr>
          <p:cNvPr id="5" name="Imagem 4" descr="Código QR&#10;&#10;Descrição gerada automaticamente">
            <a:extLst>
              <a:ext uri="{FF2B5EF4-FFF2-40B4-BE49-F238E27FC236}">
                <a16:creationId xmlns:a16="http://schemas.microsoft.com/office/drawing/2014/main" id="{724E3801-5059-0C58-EB19-94B6750FB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366" y="1589050"/>
            <a:ext cx="4525537" cy="460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693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321" y="412029"/>
            <a:ext cx="11239356" cy="60339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</TotalTime>
  <Words>156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Arial MT</vt:lpstr>
      <vt:lpstr>Calibri</vt:lpstr>
      <vt:lpstr>Calibri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Victor Hugo Regep Silva</dc:creator>
  <cp:lastModifiedBy>PEDRO HENRIQUE DE PAIVA BITTENCOURT</cp:lastModifiedBy>
  <cp:revision>137</cp:revision>
  <dcterms:created xsi:type="dcterms:W3CDTF">2023-08-08T10:49:40Z</dcterms:created>
  <dcterms:modified xsi:type="dcterms:W3CDTF">2024-12-05T11:28:57Z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2022-08-09T00:00:00Z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2023-08-08T00:00:00Z</vt:filetime>
  </property>
</Properties>
</file>